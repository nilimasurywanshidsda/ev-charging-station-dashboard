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0C6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6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6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6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B7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8B7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76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Bangalore</c:v>
                  </c:pt>
                  <c:pt idx="1">
                    <c:v>Pune</c:v>
                  </c:pt>
                  <c:pt idx="2">
                    <c:v>Hyderabad</c:v>
                  </c:pt>
                  <c:pt idx="3">
                    <c:v>Chennai</c:v>
                  </c:pt>
                  <c:pt idx="4">
                    <c:v>Delhi</c:v>
                  </c:pt>
                  <c:pt idx="5">
                    <c:v>Mumbai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210000</c:v>
                </c:pt>
                <c:pt idx="1">
                  <c:v>185000</c:v>
                </c:pt>
                <c:pt idx="2">
                  <c:v>170000</c:v>
                </c:pt>
                <c:pt idx="3">
                  <c:v>155000</c:v>
                </c:pt>
                <c:pt idx="4">
                  <c:v>140000</c:v>
                </c:pt>
                <c:pt idx="5">
                  <c:v>120000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800" b="0" i="0" u="none" strike="noStrike">
                <a:solidFill>
                  <a:srgbClr val="FFFFFF"/>
                </a:solidFill>
                <a:latin typeface="Arial"/>
              </a:rPr>
              <a:t>Revenue by Charger Type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Charger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6A7"/>
              </a:solidFill>
              <a:effectLst/>
            </c:spPr>
          </c:dPt>
          <c:dPt>
            <c:idx val="1"/>
            <c:bubble3D val="0"/>
            <c:spPr>
              <a:solidFill>
                <a:srgbClr val="FFD16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Fast Charger</c:v>
                </c:pt>
                <c:pt idx="1">
                  <c:v>Slow Charger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58</c:v>
                </c:pt>
                <c:pt idx="1">
                  <c:v>42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800" b="0" i="0" u="none" strike="noStrike">
                <a:solidFill>
                  <a:srgbClr val="FFFFFF"/>
                </a:solidFill>
                <a:latin typeface="Arial"/>
              </a:rPr>
              <a:t>Energy by Vehicle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 (kWh)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7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6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Bike</c:v>
                  </c:pt>
                  <c:pt idx="1">
                    <c:v>Car</c:v>
                  </c:pt>
                  <c:pt idx="2">
                    <c:v>Scooter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24000</c:v>
                </c:pt>
                <c:pt idx="1">
                  <c:v>20000</c:v>
                </c:pt>
                <c:pt idx="2">
                  <c:v>11000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Station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Dashboard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2743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  |  2024–2026  |  Jayram Kolage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3566160"/>
            <a:ext cx="1920240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3566160"/>
            <a:ext cx="1920240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3566160"/>
            <a:ext cx="1920240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55K kWh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3566160"/>
            <a:ext cx="1920240" cy="10972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09728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revenue, energy consumption, and EV charging station usage patterns across cities and charger types using Power BI.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109728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4688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charging stations, charger types (Fast/Slow), vehicle types (Car/Bike/Scooter), and transaction details across multiple cities.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743200" cy="109728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4688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actionable insights on EV trends to support future planning and expansion of charging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B7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5544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91440" cy="1554480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₹1,000,000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+Growing YoY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5544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91440" cy="15544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88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1755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stations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5544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91440" cy="155448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88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55K kWh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1755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5544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34640"/>
            <a:ext cx="91440" cy="1554480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17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3584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5544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91440" cy="15544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017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383280" y="3584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Types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Slow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743200" cy="155448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34640"/>
            <a:ext cx="91440" cy="155448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17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309360" y="3584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Bike, Scooter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CITY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914400"/>
            <a:ext cx="2743200" cy="39319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City Insights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63640" y="155448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#1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city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Lowest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Cities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coverage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B7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TYPE &amp; VEHICLE ANALYSIS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4114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85800" cy="685800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is ₹1M with 2,000 transactions across 100 stations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8595360" cy="685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55648"/>
            <a:ext cx="685800" cy="6858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7556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8928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generates the highest revenue; Mumbai generates the lowest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551176"/>
            <a:ext cx="8595360" cy="685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51176"/>
            <a:ext cx="685800" cy="685800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5511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6883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Chargers generate more revenue than Slow Chargers (58% vs 42%)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346704"/>
            <a:ext cx="8595360" cy="685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46704"/>
            <a:ext cx="685800" cy="6858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3467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4838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consume the highest energy (24K kWh), followed by Cars and Scooters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142232"/>
            <a:ext cx="8595360" cy="685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142232"/>
            <a:ext cx="685800" cy="6858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1422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42793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changes daily but overall EV charging usage is stable and growing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B7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6002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91440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 v2026.02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6002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91440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CY26SU02 — Power BI Feb 2026 Base Theme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6002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743200" cy="91440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1600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relational dataset (CSV/Database)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43200" cy="16002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2743200" cy="91440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3520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Dimension + Fact Tables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743200" cy="160020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2743200" cy="91440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91840" y="3520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Cloud (Service)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A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Station Analysis — Power BI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201168" cy="201168"/>
          </a:xfrm>
          <a:prstGeom prst="ellipse">
            <a:avLst/>
          </a:prstGeom>
          <a:solidFill>
            <a:srgbClr val="00C6A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is ₹1M with 55K energy usage across 100 stations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267712"/>
            <a:ext cx="201168" cy="201168"/>
          </a:xfrm>
          <a:prstGeom prst="ellipse">
            <a:avLst/>
          </a:prstGeom>
          <a:solidFill>
            <a:srgbClr val="00C6A7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40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is the highest revenue city with consistent growth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843784"/>
            <a:ext cx="201168" cy="201168"/>
          </a:xfrm>
          <a:prstGeom prst="ellipse">
            <a:avLst/>
          </a:prstGeom>
          <a:solidFill>
            <a:srgbClr val="00C6A7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163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chargers generate more revenue — prioritize in future expansion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419856"/>
            <a:ext cx="201168" cy="201168"/>
          </a:xfrm>
          <a:prstGeom prst="ellipse">
            <a:avLst/>
          </a:prstGeom>
          <a:solidFill>
            <a:srgbClr val="00C6A7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3924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segment leads in energy consumption across all vehicle types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995928"/>
            <a:ext cx="201168" cy="201168"/>
          </a:xfrm>
          <a:prstGeom prst="ellipse">
            <a:avLst/>
          </a:prstGeom>
          <a:solidFill>
            <a:srgbClr val="00C6A7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9684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EV charging stations show good growth and strong performance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572000"/>
            <a:ext cx="8412480" cy="34747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45994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Jayram Kolage  |  Power BI Project  |  2024–2026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Charging Station Analysis</dc:title>
  <dc:subject>PptxGenJS Presentation</dc:subject>
  <dc:creator>Jayram Kolage</dc:creator>
  <cp:lastModifiedBy>Jayram Kolage</cp:lastModifiedBy>
  <cp:revision>1</cp:revision>
  <dcterms:created xsi:type="dcterms:W3CDTF">2026-03-13T09:09:25Z</dcterms:created>
  <dcterms:modified xsi:type="dcterms:W3CDTF">2026-03-13T09:09:25Z</dcterms:modified>
</cp:coreProperties>
</file>